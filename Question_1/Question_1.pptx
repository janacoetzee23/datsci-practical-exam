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Question 1: Coffee Sourcing Recommendations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22761926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2026-06-17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 Overview: 2095 Coffees, 422 Roasters, 19 Countries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700"/>
                <a:gridCol w="1270000"/>
                <a:gridCol w="1397000"/>
                <a:gridCol w="1270000"/>
                <a:gridCol w="1041400"/>
                <a:gridCol w="1041400"/>
                <a:gridCol w="10414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N_Coffees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N_Roasters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Min_Cost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Max_Cost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132.28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Countries by Rating</a:t>
            </a:r>
          </a:p>
        </p:txBody>
      </p:sp>
      <p:pic>
        <p:nvPicPr>
          <p:cNvPr descr="Question_1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Rating by Roast Strength</a:t>
            </a:r>
          </a:p>
        </p:txBody>
      </p:sp>
      <p:pic>
        <p:nvPicPr>
          <p:cNvPr descr="Question_1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Value Coffees: Guatemala Leads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1727200"/>
                <a:gridCol w="685800"/>
                <a:gridCol w="901700"/>
                <a:gridCol w="482600"/>
                <a:gridCol w="965200"/>
                <a:gridCol w="8255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Cost/100g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Value Score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Cold Brew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Barefoot Coffee Roasters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Guatemala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750.0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100% Guatemalan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Hill’s Bros. Coffee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Guatemala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Medium-Dark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Espresso Blend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 Yang Coffee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81.4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Asfaw Maru Ethiopia Natural Cold Brew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Collage Coffee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Ethiopia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70.5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414 Kenya SL34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Mr. Chao Coffee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Kenya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Medium-Light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65.2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Value Coffees: Guatemala Leads (Continued)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320800"/>
                <a:gridCol w="1016000"/>
                <a:gridCol w="1320800"/>
                <a:gridCol w="711200"/>
                <a:gridCol w="14224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Cost/100g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Value Score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5a Sur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El Gran Cafe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Guatemala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61.9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5a Poniente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El Gran Cafe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Guatemala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Medium-Light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61.9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Colombia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HT Traders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Colombia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Medium-Dark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5a Sur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El Gran Cafe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Guatemala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5a Poniente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El Gran Cafe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Guatemala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59.9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Flavour Descriptor Impact</a:t>
            </a:r>
          </a:p>
        </p:txBody>
      </p:sp>
      <p:pic>
        <p:nvPicPr>
          <p:cNvPr descr="Question_1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Recommended Suppliers: Kakalove Cafe Combines Reliability and Value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5400"/>
                <a:gridCol w="1244600"/>
                <a:gridCol w="2032000"/>
                <a:gridCol w="1130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 Cost/100g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 Coffees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Hula Daddy Kona Coffee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SOT Coffee Roaster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Simon Hsieh Aroma Roast Coffees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PT’s Coffee Roasting Co.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Cafe Red Bean Shop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Difference Coffee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104.1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Simon Hsieh’s Aroma Roast Coffees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GK Coffee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Dragonfly Coffee Roasters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Kakalove Cafe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Country</a:t>
            </a:r>
            <a:r>
              <a:rPr/>
              <a:t>: Ethiopia is the strongest, best-supported choice (high rating, 313 reviews). Kenya and Colombia are also reliable alternatives.</a:t>
            </a:r>
          </a:p>
          <a:p>
            <a:pPr lvl="0"/>
            <a:r>
              <a:rPr b="1"/>
              <a:t>Roast</a:t>
            </a:r>
            <a:r>
              <a:rPr/>
              <a:t>: Light and Medium-Light roasts rate highest; ratings decline as roast darkens.</a:t>
            </a:r>
          </a:p>
          <a:p>
            <a:pPr lvl="0"/>
            <a:r>
              <a:rPr b="1"/>
              <a:t>Suppliers</a:t>
            </a:r>
            <a:r>
              <a:rPr/>
              <a:t>: Kakalove Cafe offers the best mix of reliability, rating and affordability. Hula Daddy Kona Coffee is a strong premium option if budget allows.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Value</a:t>
            </a:r>
            <a:r>
              <a:rPr/>
              <a:t>: Guatemalan coffees repeatedly appear among the best value picks - useful for margin-conscious stocking.</a:t>
            </a:r>
          </a:p>
          <a:p>
            <a:pPr lvl="0"/>
            <a:r>
              <a:rPr b="1"/>
              <a:t>Flavour profile</a:t>
            </a:r>
            <a:r>
              <a:rPr/>
              <a:t>: “Balanced” in reviews is a positive signal; “velvety” is a mild cautionary flag.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1: Coffee Sourcing Recommendations</dc:title>
  <dc:creator>22761926</dc:creator>
  <cp:keywords/>
  <dcterms:created xsi:type="dcterms:W3CDTF">2026-06-17T11:56:58Z</dcterms:created>
  <dcterms:modified xsi:type="dcterms:W3CDTF">2026-06-17T11:56:58Z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2026-06-17</vt:lpwstr>
  </property>
  <property fmtid="{D5CDD505-2E9C-101B-9397-08002B2CF9AE}" pid="3" name="editor_options">
    <vt:lpwstr/>
  </property>
  <property fmtid="{D5CDD505-2E9C-101B-9397-08002B2CF9AE}" pid="4" name="output">
    <vt:lpwstr>powerpoint_presentation</vt:lpwstr>
  </property>
</Properties>
</file>